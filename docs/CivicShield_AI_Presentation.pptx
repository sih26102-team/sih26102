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INDIA HACKATHON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Statement ID: SIH26102</a:t>
            </a:r>
          </a:p>
          <a:p>
            <a:r>
              <a:t>Title: AI-Powered System to Detect Anomalies, Fraud, and Inefficiencies in MPLAD Scheme Implementation</a:t>
            </a:r>
          </a:p>
          <a:p>
            <a:r>
              <a:t>Theme: Smart Automation</a:t>
            </a:r>
          </a:p>
          <a:p>
            <a:r>
              <a:t>Category: Software</a:t>
            </a:r>
          </a:p>
          <a:p>
            <a:r>
              <a:t>Team: CivicShield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CivicShield AI: Explainable Risk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REAL-WORLD ISSUE:</a:t>
            </a:r>
          </a:p>
          <a:p>
            <a:r>
              <a:rPr sz="1800"/>
              <a:t>MPLADS requires monitoring thousands of civil projects. Tracking financial progress, execution timelines, and inspections at scale makes it difficult to manually prioritize high-risk anomalies.</a:t>
            </a:r>
          </a:p>
          <a:p/>
          <a:p>
            <a:r>
              <a:rPr sz="1800"/>
              <a:t>SOLUTION:</a:t>
            </a:r>
          </a:p>
          <a:p>
            <a:r>
              <a:rPr sz="1800"/>
              <a:t>AI-assisted decision support that detects unusual project patterns, explains the contributing signals, and routes cases to authorized officials for verified field investigation.</a:t>
            </a:r>
          </a:p>
          <a:p/>
          <a:p>
            <a:r>
              <a:rPr sz="1800"/>
              <a:t>RESPONSIBLE AI PRINCIPLE:</a:t>
            </a:r>
          </a:p>
          <a:p>
            <a:r>
              <a:rPr sz="1800"/>
              <a:t>ANOMALY != FRAUD. AI identifies unusual patterns. Authorized officials verify the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METHODOLOGY:</a:t>
            </a:r>
          </a:p>
          <a:p>
            <a:r>
              <a:rPr sz="1800"/>
              <a:t>1. Data Ingestion (eSAKSHI &amp; Edge records)</a:t>
            </a:r>
          </a:p>
          <a:p>
            <a:r>
              <a:rPr sz="1800"/>
              <a:t>2. Hybrid AI Risk Scoring (Isolation Forest + Statutory Rules)</a:t>
            </a:r>
          </a:p>
          <a:p>
            <a:r>
              <a:rPr sz="1800"/>
              <a:t>3. Explainability (Map statistical anomalies to guidelines)</a:t>
            </a:r>
          </a:p>
          <a:p>
            <a:r>
              <a:rPr sz="1800"/>
              <a:t>4. Admin Workflow (Route flagged projects for review)</a:t>
            </a:r>
          </a:p>
          <a:p>
            <a:r>
              <a:rPr sz="1800"/>
              <a:t>5. Field Inspection (Location-aware GPS + Photo evidence)</a:t>
            </a:r>
          </a:p>
          <a:p>
            <a:r>
              <a:rPr sz="1800"/>
              <a:t>6. Resolution (Immutable case tracking &amp; Audit Logging)</a:t>
            </a:r>
          </a:p>
          <a:p/>
          <a:p>
            <a:r>
              <a:rPr sz="1800"/>
              <a:t>TECHNOLOGIES USED:</a:t>
            </a:r>
          </a:p>
          <a:p>
            <a:r>
              <a:rPr sz="1800"/>
              <a:t>- Frontend: React 18, Tailwind CSS, Vite</a:t>
            </a:r>
          </a:p>
          <a:p>
            <a:r>
              <a:rPr sz="1800"/>
              <a:t>- Backend: FastAPI, PostgreSQL, SQLAlchemy</a:t>
            </a:r>
          </a:p>
          <a:p>
            <a:r>
              <a:rPr sz="1800"/>
              <a:t>- ML Engine: Python, Scikit-Learn (Isolation Forest)</a:t>
            </a:r>
          </a:p>
          <a:p>
            <a:r>
              <a:rPr sz="1800"/>
              <a:t>- DevOps: Docker Compose, Nginx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DATA FEASIBILITY:</a:t>
            </a:r>
          </a:p>
          <a:p>
            <a:r>
              <a:rPr sz="1800"/>
              <a:t>Designed for official project records; prototype validated using synthetic data with controlled anomaly scenarios.</a:t>
            </a:r>
          </a:p>
          <a:p/>
          <a:p>
            <a:r>
              <a:rPr sz="1800"/>
              <a:t>TECHNICAL &amp; EXECUTION FEASIBILITY:</a:t>
            </a:r>
          </a:p>
          <a:p>
            <a:r>
              <a:rPr sz="1800"/>
              <a:t>Built on proven, open-source stacks deployed via Docker containers. Modular 6-service architecture separated by team roles.</a:t>
            </a:r>
          </a:p>
          <a:p/>
          <a:p>
            <a:r>
              <a:rPr sz="1800"/>
              <a:t>VIABILITY (EXPLAINABLE &amp; TAMPER-EVIDENT):</a:t>
            </a:r>
          </a:p>
          <a:p>
            <a:r>
              <a:rPr sz="1800"/>
              <a:t>- Rejects black-box accusations by mapping signals to MPLADS Guidelines.</a:t>
            </a:r>
          </a:p>
          <a:p>
            <a:r>
              <a:rPr sz="1800"/>
              <a:t>- Secures investigation lifecycle via strict Role-Based Access Control (RBAC).</a:t>
            </a:r>
          </a:p>
          <a:p>
            <a:r>
              <a:rPr sz="1800"/>
              <a:t>- Helps authorities focus physical inspection resources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KEY IMPACTS:</a:t>
            </a:r>
          </a:p>
          <a:p>
            <a:r>
              <a:rPr sz="1800"/>
              <a:t>- Targeted Discovery: Highlights execution delays and financial divergence early.</a:t>
            </a:r>
          </a:p>
          <a:p>
            <a:r>
              <a:rPr sz="1800"/>
              <a:t>- Clear Explainability: Shows exactly which signals triggered the risk alert.</a:t>
            </a:r>
          </a:p>
          <a:p>
            <a:r>
              <a:rPr sz="1800"/>
              <a:t>- Verifiable Evidence: Connects digital records with ground reality via location-aware photos.</a:t>
            </a:r>
          </a:p>
          <a:p>
            <a:r>
              <a:rPr sz="1800"/>
              <a:t>- Demographic Tracking: Monitors compliance with SC (15%) and ST (7.5%) allocation floors.</a:t>
            </a:r>
          </a:p>
          <a:p/>
          <a:p>
            <a:r>
              <a:rPr sz="1800"/>
              <a:t>THE VALUE CHAIN:</a:t>
            </a:r>
          </a:p>
          <a:p>
            <a:r>
              <a:rPr sz="1800"/>
              <a:t>PROJECT DATA -&gt; ANOMALY DETECTION -&gt; RISK PRIORITIZATION -&gt; TARGETED INVESTIGATION -&gt; FIELD EVIDENCE -&gt; ACCOUNTABILITY</a:t>
            </a:r>
          </a:p>
          <a:p/>
          <a:p>
            <a:r>
              <a:rPr sz="1800"/>
              <a:t>TRANSFORMATION:</a:t>
            </a:r>
          </a:p>
          <a:p>
            <a:r>
              <a:rPr sz="1800"/>
              <a:t>From untargeted manual audits to data-driven, targeted field verifications.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OFFICIAL REFERENCES:</a:t>
            </a:r>
          </a:p>
          <a:p>
            <a:r>
              <a:rPr sz="1800"/>
              <a:t>1. MoSPI MPLADS Guidelines 2023 (Statutory Rules)</a:t>
            </a:r>
          </a:p>
          <a:p>
            <a:r>
              <a:rPr sz="1800"/>
              <a:t>2. eSAKSHI &amp; PFMS TSA Architecture (Data Context)</a:t>
            </a:r>
          </a:p>
          <a:p>
            <a:r>
              <a:rPr sz="1800"/>
              <a:t>3. CAG Audit Reports on MPLADS (Common Procedural Deviations)</a:t>
            </a:r>
          </a:p>
          <a:p>
            <a:r>
              <a:rPr sz="1800"/>
              <a:t>4. Isolation Forest Algorithm (Liu et al. - Unsupervised ML)</a:t>
            </a:r>
          </a:p>
          <a:p>
            <a:r>
              <a:rPr sz="1800"/>
              <a:t>5. Role-Based Access Control Standards</a:t>
            </a:r>
          </a:p>
          <a:p/>
          <a:p>
            <a:r>
              <a:rPr sz="1800"/>
              <a:t>CONCLUSION:</a:t>
            </a:r>
          </a:p>
          <a:p>
            <a:r>
              <a:rPr sz="1800"/>
              <a:t>CivicShield AI does not replace investigators. It helps them know where to look first, why to look there, and what evidence to verify.</a:t>
            </a:r>
          </a:p>
          <a:p/>
          <a:p>
            <a:r>
              <a:rPr sz="1800"/>
              <a:t>RISK -&gt; REASON -&gt; RESPONSE.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